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7" autoAdjust="0"/>
    <p:restoredTop sz="86441" autoAdjust="0"/>
  </p:normalViewPr>
  <p:slideViewPr>
    <p:cSldViewPr snapToGrid="0">
      <p:cViewPr>
        <p:scale>
          <a:sx n="66" d="100"/>
          <a:sy n="66" d="100"/>
        </p:scale>
        <p:origin x="427" y="41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EF25F6-9A3C-4BC9-A224-24C291C4AE4A}" type="datetimeFigureOut">
              <a:rPr lang="en-IN" smtClean="0"/>
              <a:t>07-01-2026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7E647F-AFED-434E-9095-3D3EA648386B}" type="slidenum">
              <a:rPr lang="en-IN" smtClean="0"/>
              <a:t>‹#›</a:t>
            </a:fld>
            <a:endParaRPr lang="en-IN"/>
          </a:p>
        </p:txBody>
      </p:sp>
    </p:spTree>
    <p:extLst>
      <p:ext uri="{BB962C8B-B14F-4D97-AF65-F5344CB8AC3E}">
        <p14:creationId xmlns:p14="http://schemas.microsoft.com/office/powerpoint/2010/main" val="2627851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7E647F-AFED-434E-9095-3D3EA648386B}" type="slidenum">
              <a:rPr lang="en-IN" smtClean="0"/>
              <a:t>1</a:t>
            </a:fld>
            <a:endParaRPr lang="en-IN"/>
          </a:p>
        </p:txBody>
      </p:sp>
    </p:spTree>
    <p:extLst>
      <p:ext uri="{BB962C8B-B14F-4D97-AF65-F5344CB8AC3E}">
        <p14:creationId xmlns:p14="http://schemas.microsoft.com/office/powerpoint/2010/main" val="2510463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7E4F0-E310-5D17-D041-1E63FB720E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BEDC895-9BC4-9700-638B-D8E0217899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6DFB94-8C68-F720-CE1C-B37248C6F8C3}"/>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5" name="Footer Placeholder 4">
            <a:extLst>
              <a:ext uri="{FF2B5EF4-FFF2-40B4-BE49-F238E27FC236}">
                <a16:creationId xmlns:a16="http://schemas.microsoft.com/office/drawing/2014/main" id="{A6ECA60E-BDF5-79E6-58D1-14DC153532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17386B-003E-D5F8-48FE-CB056831E5E9}"/>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134907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7FD49-195D-461F-053D-28B20A3B28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49C710-749B-E46F-BB45-8514F81A8A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A96988-E17E-CD78-9E1F-7840894C30D6}"/>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5" name="Footer Placeholder 4">
            <a:extLst>
              <a:ext uri="{FF2B5EF4-FFF2-40B4-BE49-F238E27FC236}">
                <a16:creationId xmlns:a16="http://schemas.microsoft.com/office/drawing/2014/main" id="{54DE7B00-7F36-C997-F9B0-6214B33279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DB8DDB-D8FA-98C4-8871-E62AA1D1F2DA}"/>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1280501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C2D19-6BA1-C1CE-CFF4-D5A4A0071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F128F1-3808-DCB3-35E1-6E4BE21D67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3DE9DA-80A7-C431-C1CD-17C5CB3838F0}"/>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5" name="Footer Placeholder 4">
            <a:extLst>
              <a:ext uri="{FF2B5EF4-FFF2-40B4-BE49-F238E27FC236}">
                <a16:creationId xmlns:a16="http://schemas.microsoft.com/office/drawing/2014/main" id="{42AF337B-DFBF-EA02-F534-66D6BCAC16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217582-99C5-4806-1BBB-21D1DA07B86A}"/>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2701567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CEF72-B383-8949-C6C6-1CCD78F9DB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61E9C9-887A-C06A-2351-4B3645F84E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FB4A1E9-86B3-29D9-7C76-9A9102CD71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B0E818-AFB8-B213-9EA4-9F434EC533BC}"/>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6" name="Footer Placeholder 5">
            <a:extLst>
              <a:ext uri="{FF2B5EF4-FFF2-40B4-BE49-F238E27FC236}">
                <a16:creationId xmlns:a16="http://schemas.microsoft.com/office/drawing/2014/main" id="{0B86FB0A-2197-0349-9B62-078F840E8A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31013C-9AE8-49E4-B701-59C2D6E9DA4B}"/>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2355493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2499-BAE5-715A-8F0E-A3C3A90F89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962502-2190-4B4C-4038-852421BEC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CA7531-F43B-DA31-1C0C-48D10DB243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6A1FB04-6159-25A7-D045-C85E5436FF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0842BC-6038-BDBF-5077-DC2BA29A2A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524A38-FA97-6842-A081-D4847ACAF2ED}"/>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8" name="Footer Placeholder 7">
            <a:extLst>
              <a:ext uri="{FF2B5EF4-FFF2-40B4-BE49-F238E27FC236}">
                <a16:creationId xmlns:a16="http://schemas.microsoft.com/office/drawing/2014/main" id="{4BF8F7EB-542F-D59A-062B-7BE78E4F98A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DFF1818-A145-842D-22BB-A78EDDB0716F}"/>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996445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DFEBA-2229-FF2A-6D64-3F1BC9244F8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EB7E83-0103-ED7D-FBBE-7E02B3BD3D64}"/>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4" name="Footer Placeholder 3">
            <a:extLst>
              <a:ext uri="{FF2B5EF4-FFF2-40B4-BE49-F238E27FC236}">
                <a16:creationId xmlns:a16="http://schemas.microsoft.com/office/drawing/2014/main" id="{C1B3C91D-C50F-C26C-95ED-86054566F51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91D176-11DC-5096-84AA-60319334BB58}"/>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230708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5AEF39-889F-26C5-BD74-C58B55B61CA1}"/>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3" name="Footer Placeholder 2">
            <a:extLst>
              <a:ext uri="{FF2B5EF4-FFF2-40B4-BE49-F238E27FC236}">
                <a16:creationId xmlns:a16="http://schemas.microsoft.com/office/drawing/2014/main" id="{5EC027CD-5AF4-3A6C-933B-0E45DFF07A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22BD19-F35B-416D-93EB-D32F8FE2E357}"/>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2272088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E4D4D-9550-5318-1EF7-6B764FED13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A92A1D-C1B7-25AD-4947-C41200D45B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D2F15-B4FC-C770-C5CA-AAD63A77E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48E247-A57D-C542-5DB0-0782D2DDEC3B}"/>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6" name="Footer Placeholder 5">
            <a:extLst>
              <a:ext uri="{FF2B5EF4-FFF2-40B4-BE49-F238E27FC236}">
                <a16:creationId xmlns:a16="http://schemas.microsoft.com/office/drawing/2014/main" id="{EC1D02C7-411B-AD3A-5D83-AEF0995C28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AAEF95-89E5-20C2-F65D-2645F8265BAA}"/>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214104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3C48-64F3-F1A3-69DA-4EEB149137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1F12FF-693F-2103-6870-FBAFF52053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DE7124-C7E1-6C1F-F411-9C5B4B7D9B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950936-5766-D15C-6E7D-74CA307D6325}"/>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6" name="Footer Placeholder 5">
            <a:extLst>
              <a:ext uri="{FF2B5EF4-FFF2-40B4-BE49-F238E27FC236}">
                <a16:creationId xmlns:a16="http://schemas.microsoft.com/office/drawing/2014/main" id="{4F6CEE38-BD4D-562F-445E-28E791EE86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A74A62-DEF5-F944-406C-3707D96B2AE6}"/>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2298721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AC27D-1762-FB73-C13C-509E607841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A9EACE-1E16-C338-56CB-3E8EFA75F9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E11927-B2F7-3575-F812-A4D508361793}"/>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5" name="Footer Placeholder 4">
            <a:extLst>
              <a:ext uri="{FF2B5EF4-FFF2-40B4-BE49-F238E27FC236}">
                <a16:creationId xmlns:a16="http://schemas.microsoft.com/office/drawing/2014/main" id="{D0865F67-2904-81AA-6546-489863CB2D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883299-08D8-79AB-8310-FFD68BF50867}"/>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3724770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25FFE6-27CD-4045-C9C6-7CC71E0483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9B4F1D-78EC-7152-13ED-22C71C400F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B9BB1F-C012-A4AC-4856-B6AF049A997A}"/>
              </a:ext>
            </a:extLst>
          </p:cNvPr>
          <p:cNvSpPr>
            <a:spLocks noGrp="1"/>
          </p:cNvSpPr>
          <p:nvPr>
            <p:ph type="dt" sz="half" idx="10"/>
          </p:nvPr>
        </p:nvSpPr>
        <p:spPr/>
        <p:txBody>
          <a:bodyPr/>
          <a:lstStyle/>
          <a:p>
            <a:fld id="{330E77FD-71C2-440F-B09B-77E3D28F80D0}" type="datetimeFigureOut">
              <a:rPr lang="en-IN" smtClean="0"/>
              <a:t>07-01-2026</a:t>
            </a:fld>
            <a:endParaRPr lang="en-IN"/>
          </a:p>
        </p:txBody>
      </p:sp>
      <p:sp>
        <p:nvSpPr>
          <p:cNvPr id="5" name="Footer Placeholder 4">
            <a:extLst>
              <a:ext uri="{FF2B5EF4-FFF2-40B4-BE49-F238E27FC236}">
                <a16:creationId xmlns:a16="http://schemas.microsoft.com/office/drawing/2014/main" id="{D37E85C7-7291-A993-85E0-A5378CDCD6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9C1A50-8FFD-9E65-F1CD-F3DE1E82DDED}"/>
              </a:ext>
            </a:extLst>
          </p:cNvPr>
          <p:cNvSpPr>
            <a:spLocks noGrp="1"/>
          </p:cNvSpPr>
          <p:nvPr>
            <p:ph type="sldNum" sz="quarter" idx="12"/>
          </p:nvPr>
        </p:nvSpPr>
        <p:spPr/>
        <p:txBody>
          <a:bodyPr/>
          <a:lstStyle/>
          <a:p>
            <a:fld id="{A7A3448B-57FA-44C7-9937-00F3AAF66EF2}" type="slidenum">
              <a:rPr lang="en-IN" smtClean="0"/>
              <a:t>‹#›</a:t>
            </a:fld>
            <a:endParaRPr lang="en-IN"/>
          </a:p>
        </p:txBody>
      </p:sp>
    </p:spTree>
    <p:extLst>
      <p:ext uri="{BB962C8B-B14F-4D97-AF65-F5344CB8AC3E}">
        <p14:creationId xmlns:p14="http://schemas.microsoft.com/office/powerpoint/2010/main" val="3689125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BED12F-E665-04FC-2786-A348D44081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74580C-439A-D6C8-6DF8-D0ECE9D4B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AAF7D2-8563-4328-2750-959FC35D6B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0E77FD-71C2-440F-B09B-77E3D28F80D0}" type="datetimeFigureOut">
              <a:rPr lang="en-IN" smtClean="0"/>
              <a:t>07-01-2026</a:t>
            </a:fld>
            <a:endParaRPr lang="en-IN"/>
          </a:p>
        </p:txBody>
      </p:sp>
      <p:sp>
        <p:nvSpPr>
          <p:cNvPr id="5" name="Footer Placeholder 4">
            <a:extLst>
              <a:ext uri="{FF2B5EF4-FFF2-40B4-BE49-F238E27FC236}">
                <a16:creationId xmlns:a16="http://schemas.microsoft.com/office/drawing/2014/main" id="{9BE7508E-C44C-C560-3D11-156A0303E8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E77DAE0-9A5A-73C1-C4A4-FA2324BB3B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A3448B-57FA-44C7-9937-00F3AAF66EF2}" type="slidenum">
              <a:rPr lang="en-IN" smtClean="0"/>
              <a:t>‹#›</a:t>
            </a:fld>
            <a:endParaRPr lang="en-IN"/>
          </a:p>
        </p:txBody>
      </p:sp>
    </p:spTree>
    <p:extLst>
      <p:ext uri="{BB962C8B-B14F-4D97-AF65-F5344CB8AC3E}">
        <p14:creationId xmlns:p14="http://schemas.microsoft.com/office/powerpoint/2010/main" val="2693432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C2E022-B578-537E-708E-E6C3533CEA70}"/>
              </a:ext>
            </a:extLst>
          </p:cNvPr>
          <p:cNvSpPr txBox="1"/>
          <p:nvPr/>
        </p:nvSpPr>
        <p:spPr>
          <a:xfrm>
            <a:off x="4669366" y="304800"/>
            <a:ext cx="285326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EXPENSE TRACKER</a:t>
            </a:r>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C9D195F-39B1-CDE4-66B1-786B4A5C7DD7}"/>
              </a:ext>
            </a:extLst>
          </p:cNvPr>
          <p:cNvSpPr txBox="1"/>
          <p:nvPr/>
        </p:nvSpPr>
        <p:spPr>
          <a:xfrm>
            <a:off x="4910667" y="889000"/>
            <a:ext cx="12954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ABSTRACT</a:t>
            </a:r>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02648A2-5C2E-DCC2-02D7-D4865B588C61}"/>
              </a:ext>
            </a:extLst>
          </p:cNvPr>
          <p:cNvSpPr txBox="1"/>
          <p:nvPr/>
        </p:nvSpPr>
        <p:spPr>
          <a:xfrm>
            <a:off x="1938866" y="1363133"/>
            <a:ext cx="8314267" cy="3970318"/>
          </a:xfrm>
          <a:prstGeom prst="rect">
            <a:avLst/>
          </a:prstGeom>
          <a:noFill/>
        </p:spPr>
        <p:txBody>
          <a:bodyPr wrap="square" rtlCol="0">
            <a:spAutoFit/>
          </a:bodyPr>
          <a:lstStyle/>
          <a:p>
            <a:r>
              <a:rPr lang="en-US" dirty="0"/>
              <a:t>An Expense Tracker System is a software application designed to help users record, manage, and analyze their daily expenses in an organized manner. In today’s fast-paced lifestyle, individuals often lose track of their spending, which leads to poor financial planning. This system provides a simple and efficient way to store income and expense details, categorize spending, and monitor financial habits over time. The application also includes effective data visualization such as charts and graphs, which helps users quickly understand their spending patterns.</a:t>
            </a:r>
          </a:p>
          <a:p>
            <a:r>
              <a:rPr lang="en-US" dirty="0"/>
              <a:t>The system generates visual reports for faster and clearer understanding of expenses and provides smart suggestions for savings based on user spending behavior. By analyzing past expenses, the application helps users identify unnecessary spending and recommends ways to reduce costs. This improves budgeting skills, encourages better financial discipline, and supports informed financial decisions. The Expense Tracker System is useful for students, individuals, and small households for effective money management.</a:t>
            </a:r>
            <a:endParaRPr lang="en-IN" dirty="0"/>
          </a:p>
        </p:txBody>
      </p:sp>
    </p:spTree>
    <p:extLst>
      <p:ext uri="{BB962C8B-B14F-4D97-AF65-F5344CB8AC3E}">
        <p14:creationId xmlns:p14="http://schemas.microsoft.com/office/powerpoint/2010/main" val="2766348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Words>
  <Application>Microsoft Office PowerPoint</Application>
  <PresentationFormat>Widescreen</PresentationFormat>
  <Paragraphs>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MADHAVARAM SAHITHI</dc:creator>
  <cp:lastModifiedBy>MADHAVARAM SAHITHI</cp:lastModifiedBy>
  <cp:revision>1</cp:revision>
  <dcterms:created xsi:type="dcterms:W3CDTF">2026-01-06T23:54:38Z</dcterms:created>
  <dcterms:modified xsi:type="dcterms:W3CDTF">2026-01-06T23:54:38Z</dcterms:modified>
</cp:coreProperties>
</file>