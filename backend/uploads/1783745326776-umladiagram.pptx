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EB698-E6BF-3E22-26BF-12A6FCB8B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98407-E391-7F2F-956E-2FF43F7A1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11A71-4448-0EFB-5755-7A894A78D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1F80F-0705-476F-93E3-4DA956525F4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AD94B-6385-F6CE-838A-3E251F200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D6179-E73A-F38D-27C6-13B489DEB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B392-AC7B-414B-AD11-D9C5572EA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760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0F29F-6309-7BBF-6329-53FA79700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3A925-1DE3-DEAB-EAFA-D6C293115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FFAEF-D763-ECC9-03D5-E01797296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1F80F-0705-476F-93E3-4DA956525F4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87463-44EF-2D36-4915-F71D3BB88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7603C-5DEF-714A-7EE3-88D6C8436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B392-AC7B-414B-AD11-D9C5572EA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1C3DE-3C4A-8ACB-5E27-BC22A0546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536FB-B496-84CB-4095-C2A28C8C8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E6259-215A-B28A-625D-EBD6B2C5F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1F80F-0705-476F-93E3-4DA956525F4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CF824-C553-FB9B-1BF1-773108D4A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F9174-1937-7F17-CA54-13AB2B79E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B392-AC7B-414B-AD11-D9C5572EA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011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D9AD4-FFD9-EFF4-EC3D-3A9A9E6CC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9452A-8AE3-760D-DA35-312A737B84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3D57C6-2511-F5E7-500A-BE87ABA2B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895D9-7A5A-DB2C-8118-73BFB61A3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1F80F-0705-476F-93E3-4DA956525F4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980F9-6F22-2B39-DDA4-896D76E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BD4F1-9AC0-C92D-905E-17AAD419E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B392-AC7B-414B-AD11-D9C5572EA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740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8C1E-470B-F507-8847-04D9BF935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F8D7E-A725-2945-98C0-0BC74BCF9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A619A-B854-DCEA-22AA-61807CDC2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E82860-07BE-9D27-13D3-E840E54150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771817-AC11-ACA5-F7B3-3FFB445394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01E3EC-66A6-EC36-2D7F-F4DFEED1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1F80F-0705-476F-93E3-4DA956525F4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A81096-5D3C-DE83-E296-A14EC981B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9D58D3-7029-3309-FAF1-63FF5A1E7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B392-AC7B-414B-AD11-D9C5572EA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106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7A948-ECA4-FC09-CBFA-71AB55CDF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2E372-7D74-9CDB-AA72-8624D3D90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1F80F-0705-476F-93E3-4DA956525F4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CB8D39-A1A6-BF98-83B2-6CA4EF3A3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B88589-D50B-4BAD-1B17-9432ECE2C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B392-AC7B-414B-AD11-D9C5572EA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574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ED5AEC-61F7-D065-50F1-0FA023D0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1F80F-0705-476F-93E3-4DA956525F4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ABD4FE-4873-7614-0988-945F600DD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2520C-C2B4-562E-EDAC-9E84FACDA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B392-AC7B-414B-AD11-D9C5572EA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389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984D6-EB68-FFAE-61AA-E034E76F4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19483-B1DE-7C28-9C08-151F88C22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B042F1-EE84-5E80-2B38-48D70D492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304C9-02BF-BEE2-0ECB-02BFE53FF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1F80F-0705-476F-93E3-4DA956525F4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DAF6B-F79B-13A0-87B5-923845829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EF906-3070-43B4-4E66-DA3EA67D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B392-AC7B-414B-AD11-D9C5572EA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507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69227-B70D-0E11-D384-68E7EB49E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28B5A8-DB85-7996-8F2A-0D17CA3E33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88B97-CAD4-6E3D-7446-3F9831D7A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0613D-EF3E-BEB9-FBB5-CCD1EF001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1F80F-0705-476F-93E3-4DA956525F4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3504C-B3F9-F84B-126C-CB93C902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A2CF3-1879-A872-30A5-DF060B16C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B392-AC7B-414B-AD11-D9C5572EA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184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B386B-9DC9-13AD-5D18-2E591A38F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06ACCC-868E-DCFA-2863-B83D755E9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9D1C0-8659-6991-057F-47B336F64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1F80F-0705-476F-93E3-4DA956525F4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8EB11-3998-4889-1774-ADAE5C0E2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C9D47-875A-B6EB-0DAC-9587657E3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B392-AC7B-414B-AD11-D9C5572EA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35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DDC9A1-067E-874A-8CF3-1C0C4E0204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CE6544-4EE9-3534-6581-7819F1EDB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F3AE5-EA11-58B9-0F2A-751948538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1F80F-0705-476F-93E3-4DA956525F4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FDBB9-53B0-F143-E9C9-BCC5DAF2B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342D3-E647-D80E-7949-D8F42F721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B392-AC7B-414B-AD11-D9C5572EA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20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37500A-9688-A883-4C84-DEF1F78DD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1F6A2-2EE6-DFFD-3FF3-81901D4F8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35D69-B896-0A78-8BB1-799FE9D3AF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1F80F-0705-476F-93E3-4DA956525F4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1FE9A-35D0-7E44-A5A3-F0858EB80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15EDA-F3E4-A901-BE88-09E95CE1C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4B392-AC7B-414B-AD11-D9C5572EA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608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E1F9471D-0724-536C-8D59-A5C8D35DF02E}"/>
              </a:ext>
            </a:extLst>
          </p:cNvPr>
          <p:cNvSpPr/>
          <p:nvPr/>
        </p:nvSpPr>
        <p:spPr>
          <a:xfrm>
            <a:off x="4572000" y="1318419"/>
            <a:ext cx="1981200" cy="5249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Book appointment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2913B93-999E-91F5-6540-A7F8091DC9DD}"/>
              </a:ext>
            </a:extLst>
          </p:cNvPr>
          <p:cNvSpPr/>
          <p:nvPr/>
        </p:nvSpPr>
        <p:spPr>
          <a:xfrm>
            <a:off x="4504267" y="2076715"/>
            <a:ext cx="1981198" cy="5249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Give reviews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8796DE-1591-501E-E536-9C71057FF15E}"/>
              </a:ext>
            </a:extLst>
          </p:cNvPr>
          <p:cNvSpPr/>
          <p:nvPr/>
        </p:nvSpPr>
        <p:spPr>
          <a:xfrm>
            <a:off x="4504267" y="2786064"/>
            <a:ext cx="1981198" cy="5249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View nearby business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B39533-600C-463F-6931-77B6C2F57A5C}"/>
              </a:ext>
            </a:extLst>
          </p:cNvPr>
          <p:cNvSpPr/>
          <p:nvPr/>
        </p:nvSpPr>
        <p:spPr>
          <a:xfrm>
            <a:off x="4478866" y="3544359"/>
            <a:ext cx="1981198" cy="5249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Register business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0F3D8C9-EADD-733E-F44F-D79146531569}"/>
              </a:ext>
            </a:extLst>
          </p:cNvPr>
          <p:cNvSpPr/>
          <p:nvPr/>
        </p:nvSpPr>
        <p:spPr>
          <a:xfrm>
            <a:off x="4504267" y="4256353"/>
            <a:ext cx="1981198" cy="5249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Confirm appointment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104284B-1291-FB66-C2CC-2A86B6EAC5C0}"/>
              </a:ext>
            </a:extLst>
          </p:cNvPr>
          <p:cNvSpPr/>
          <p:nvPr/>
        </p:nvSpPr>
        <p:spPr>
          <a:xfrm>
            <a:off x="4444999" y="5014648"/>
            <a:ext cx="2040465" cy="5249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Verify business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3759DB0-FC22-6A6D-A362-5A95EBBDC872}"/>
              </a:ext>
            </a:extLst>
          </p:cNvPr>
          <p:cNvSpPr/>
          <p:nvPr/>
        </p:nvSpPr>
        <p:spPr>
          <a:xfrm>
            <a:off x="4504266" y="566076"/>
            <a:ext cx="1981199" cy="5249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Search business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26C44F09-AB19-C557-3FEF-092B585C92B6}"/>
              </a:ext>
            </a:extLst>
          </p:cNvPr>
          <p:cNvSpPr/>
          <p:nvPr/>
        </p:nvSpPr>
        <p:spPr>
          <a:xfrm>
            <a:off x="2277533" y="1580885"/>
            <a:ext cx="372534" cy="374915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2CF1031-07BC-1DCC-D837-3FC1B9325EC8}"/>
              </a:ext>
            </a:extLst>
          </p:cNvPr>
          <p:cNvCxnSpPr>
            <a:stCxn id="12" idx="5"/>
          </p:cNvCxnSpPr>
          <p:nvPr/>
        </p:nvCxnSpPr>
        <p:spPr>
          <a:xfrm>
            <a:off x="2595511" y="1900895"/>
            <a:ext cx="173089" cy="1758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81B864E-DF6B-82F0-4EFB-2EA52033AFA2}"/>
              </a:ext>
            </a:extLst>
          </p:cNvPr>
          <p:cNvCxnSpPr>
            <a:stCxn id="12" idx="3"/>
          </p:cNvCxnSpPr>
          <p:nvPr/>
        </p:nvCxnSpPr>
        <p:spPr>
          <a:xfrm flipH="1">
            <a:off x="2159000" y="1900895"/>
            <a:ext cx="173089" cy="1758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8B12DD-962B-7AF8-D423-302DD929DDFD}"/>
              </a:ext>
            </a:extLst>
          </p:cNvPr>
          <p:cNvCxnSpPr>
            <a:stCxn id="12" idx="4"/>
          </p:cNvCxnSpPr>
          <p:nvPr/>
        </p:nvCxnSpPr>
        <p:spPr>
          <a:xfrm flipH="1">
            <a:off x="2446867" y="1955800"/>
            <a:ext cx="16933" cy="5418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64D9AD0-8811-4B67-655F-8A3CB49B2896}"/>
              </a:ext>
            </a:extLst>
          </p:cNvPr>
          <p:cNvCxnSpPr/>
          <p:nvPr/>
        </p:nvCxnSpPr>
        <p:spPr>
          <a:xfrm flipH="1">
            <a:off x="2159000" y="2192867"/>
            <a:ext cx="304800" cy="1947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A58429-96C7-BF13-EFFA-521E01182B59}"/>
              </a:ext>
            </a:extLst>
          </p:cNvPr>
          <p:cNvCxnSpPr/>
          <p:nvPr/>
        </p:nvCxnSpPr>
        <p:spPr>
          <a:xfrm>
            <a:off x="2446867" y="2192867"/>
            <a:ext cx="203200" cy="1947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04CE0D7A-7797-63CE-2E8A-CAA077387D19}"/>
              </a:ext>
            </a:extLst>
          </p:cNvPr>
          <p:cNvSpPr/>
          <p:nvPr/>
        </p:nvSpPr>
        <p:spPr>
          <a:xfrm>
            <a:off x="8051799" y="2786064"/>
            <a:ext cx="372534" cy="374915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299CB86-67DA-DA84-D42D-9A67F344EF48}"/>
              </a:ext>
            </a:extLst>
          </p:cNvPr>
          <p:cNvCxnSpPr>
            <a:stCxn id="23" idx="5"/>
          </p:cNvCxnSpPr>
          <p:nvPr/>
        </p:nvCxnSpPr>
        <p:spPr>
          <a:xfrm>
            <a:off x="8369777" y="3106074"/>
            <a:ext cx="173089" cy="1758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7C3A551-70CA-DD70-D5BE-E9FE27D6A33D}"/>
              </a:ext>
            </a:extLst>
          </p:cNvPr>
          <p:cNvCxnSpPr>
            <a:stCxn id="23" idx="3"/>
          </p:cNvCxnSpPr>
          <p:nvPr/>
        </p:nvCxnSpPr>
        <p:spPr>
          <a:xfrm flipH="1">
            <a:off x="7933266" y="3106074"/>
            <a:ext cx="173089" cy="1758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81FF223-E340-A825-CCA1-F99A6A29653E}"/>
              </a:ext>
            </a:extLst>
          </p:cNvPr>
          <p:cNvCxnSpPr>
            <a:stCxn id="23" idx="4"/>
          </p:cNvCxnSpPr>
          <p:nvPr/>
        </p:nvCxnSpPr>
        <p:spPr>
          <a:xfrm flipH="1">
            <a:off x="8221133" y="3160979"/>
            <a:ext cx="16933" cy="5418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AF707F4-AD35-481C-A553-6EAF2080392A}"/>
              </a:ext>
            </a:extLst>
          </p:cNvPr>
          <p:cNvCxnSpPr/>
          <p:nvPr/>
        </p:nvCxnSpPr>
        <p:spPr>
          <a:xfrm flipH="1">
            <a:off x="7933266" y="3398046"/>
            <a:ext cx="304800" cy="1947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3AC923B-52DA-4B5A-8302-7309CF1FC5EB}"/>
              </a:ext>
            </a:extLst>
          </p:cNvPr>
          <p:cNvCxnSpPr/>
          <p:nvPr/>
        </p:nvCxnSpPr>
        <p:spPr>
          <a:xfrm>
            <a:off x="8221133" y="3398046"/>
            <a:ext cx="203200" cy="1947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9734D3B2-1388-FBA8-0F81-2965241BF1B9}"/>
              </a:ext>
            </a:extLst>
          </p:cNvPr>
          <p:cNvSpPr/>
          <p:nvPr/>
        </p:nvSpPr>
        <p:spPr>
          <a:xfrm>
            <a:off x="2222977" y="4406371"/>
            <a:ext cx="372534" cy="374915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DE18491-69D7-7A5C-8AC4-DB4F787D809B}"/>
              </a:ext>
            </a:extLst>
          </p:cNvPr>
          <p:cNvCxnSpPr>
            <a:stCxn id="29" idx="5"/>
          </p:cNvCxnSpPr>
          <p:nvPr/>
        </p:nvCxnSpPr>
        <p:spPr>
          <a:xfrm>
            <a:off x="2540955" y="4726381"/>
            <a:ext cx="173089" cy="1758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CB91B34-1980-9F45-63D2-307593ABC4BB}"/>
              </a:ext>
            </a:extLst>
          </p:cNvPr>
          <p:cNvCxnSpPr>
            <a:stCxn id="29" idx="3"/>
          </p:cNvCxnSpPr>
          <p:nvPr/>
        </p:nvCxnSpPr>
        <p:spPr>
          <a:xfrm flipH="1">
            <a:off x="2104444" y="4726381"/>
            <a:ext cx="173089" cy="1758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CDDECF2-1366-3F10-C298-04F27C7415A7}"/>
              </a:ext>
            </a:extLst>
          </p:cNvPr>
          <p:cNvCxnSpPr>
            <a:stCxn id="29" idx="4"/>
          </p:cNvCxnSpPr>
          <p:nvPr/>
        </p:nvCxnSpPr>
        <p:spPr>
          <a:xfrm flipH="1">
            <a:off x="2392311" y="4781286"/>
            <a:ext cx="16933" cy="5418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D46F1E0-D7A9-F200-871E-6F6C03C1A046}"/>
              </a:ext>
            </a:extLst>
          </p:cNvPr>
          <p:cNvCxnSpPr/>
          <p:nvPr/>
        </p:nvCxnSpPr>
        <p:spPr>
          <a:xfrm flipH="1">
            <a:off x="2104444" y="5018353"/>
            <a:ext cx="304800" cy="1947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F6C8D4E-E9AB-A2E7-9506-F5D7238FABD0}"/>
              </a:ext>
            </a:extLst>
          </p:cNvPr>
          <p:cNvCxnSpPr/>
          <p:nvPr/>
        </p:nvCxnSpPr>
        <p:spPr>
          <a:xfrm>
            <a:off x="2392311" y="5018353"/>
            <a:ext cx="203200" cy="1947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A363CF9-3619-0813-7F96-9AFC82B41CFD}"/>
              </a:ext>
            </a:extLst>
          </p:cNvPr>
          <p:cNvCxnSpPr>
            <a:endCxn id="11" idx="3"/>
          </p:cNvCxnSpPr>
          <p:nvPr/>
        </p:nvCxnSpPr>
        <p:spPr>
          <a:xfrm flipV="1">
            <a:off x="2540955" y="1014134"/>
            <a:ext cx="2253451" cy="1062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26784CC-894C-2327-C43A-C868A53070BE}"/>
              </a:ext>
            </a:extLst>
          </p:cNvPr>
          <p:cNvCxnSpPr>
            <a:endCxn id="5" idx="2"/>
          </p:cNvCxnSpPr>
          <p:nvPr/>
        </p:nvCxnSpPr>
        <p:spPr>
          <a:xfrm flipV="1">
            <a:off x="2540955" y="1580886"/>
            <a:ext cx="2031045" cy="495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92ABB42-C664-FBD3-6BE2-3712DD6DD080}"/>
              </a:ext>
            </a:extLst>
          </p:cNvPr>
          <p:cNvCxnSpPr>
            <a:endCxn id="6" idx="2"/>
          </p:cNvCxnSpPr>
          <p:nvPr/>
        </p:nvCxnSpPr>
        <p:spPr>
          <a:xfrm>
            <a:off x="2540955" y="2076715"/>
            <a:ext cx="1963312" cy="262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EA2FC8B-9E32-2FDB-549D-3E9966F1B7C4}"/>
              </a:ext>
            </a:extLst>
          </p:cNvPr>
          <p:cNvCxnSpPr>
            <a:endCxn id="7" idx="2"/>
          </p:cNvCxnSpPr>
          <p:nvPr/>
        </p:nvCxnSpPr>
        <p:spPr>
          <a:xfrm>
            <a:off x="2540955" y="2076715"/>
            <a:ext cx="1963312" cy="971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165C82F-A3BA-6434-98DE-473A80F74B90}"/>
              </a:ext>
            </a:extLst>
          </p:cNvPr>
          <p:cNvCxnSpPr>
            <a:endCxn id="8" idx="2"/>
          </p:cNvCxnSpPr>
          <p:nvPr/>
        </p:nvCxnSpPr>
        <p:spPr>
          <a:xfrm flipV="1">
            <a:off x="2540955" y="3806826"/>
            <a:ext cx="1937911" cy="1207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70C5899-B055-E0D7-C4C8-F18781DA6BD4}"/>
              </a:ext>
            </a:extLst>
          </p:cNvPr>
          <p:cNvCxnSpPr>
            <a:endCxn id="9" idx="2"/>
          </p:cNvCxnSpPr>
          <p:nvPr/>
        </p:nvCxnSpPr>
        <p:spPr>
          <a:xfrm flipV="1">
            <a:off x="2540955" y="4518820"/>
            <a:ext cx="1963312" cy="495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89CFE9F-B252-FAC3-E235-4FE52B071ABA}"/>
              </a:ext>
            </a:extLst>
          </p:cNvPr>
          <p:cNvCxnSpPr>
            <a:cxnSpLocks/>
            <a:endCxn id="10" idx="6"/>
          </p:cNvCxnSpPr>
          <p:nvPr/>
        </p:nvCxnSpPr>
        <p:spPr>
          <a:xfrm flipH="1">
            <a:off x="6485464" y="3576107"/>
            <a:ext cx="1710268" cy="1701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C80369FF-E77C-738A-4F36-A8860DDA0AD3}"/>
              </a:ext>
            </a:extLst>
          </p:cNvPr>
          <p:cNvSpPr/>
          <p:nvPr/>
        </p:nvSpPr>
        <p:spPr>
          <a:xfrm>
            <a:off x="4444999" y="5698067"/>
            <a:ext cx="2040465" cy="5249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Remove old business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4C001FD-E598-45DF-7243-FDEA750DE6DC}"/>
              </a:ext>
            </a:extLst>
          </p:cNvPr>
          <p:cNvCxnSpPr>
            <a:endCxn id="53" idx="6"/>
          </p:cNvCxnSpPr>
          <p:nvPr/>
        </p:nvCxnSpPr>
        <p:spPr>
          <a:xfrm flipH="1">
            <a:off x="6485464" y="3592779"/>
            <a:ext cx="1710268" cy="2367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33DC2DB-7739-8013-F1D8-B0594209D8E5}"/>
              </a:ext>
            </a:extLst>
          </p:cNvPr>
          <p:cNvCxnSpPr>
            <a:cxnSpLocks/>
          </p:cNvCxnSpPr>
          <p:nvPr/>
        </p:nvCxnSpPr>
        <p:spPr>
          <a:xfrm>
            <a:off x="3035777" y="262467"/>
            <a:ext cx="44572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5A882D8-34D0-BC9C-0D90-772E951AE9E4}"/>
              </a:ext>
            </a:extLst>
          </p:cNvPr>
          <p:cNvCxnSpPr>
            <a:cxnSpLocks/>
          </p:cNvCxnSpPr>
          <p:nvPr/>
        </p:nvCxnSpPr>
        <p:spPr>
          <a:xfrm>
            <a:off x="7492999" y="262467"/>
            <a:ext cx="0" cy="607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EF7F633-B623-CFE3-3ADC-3A812CC30E02}"/>
              </a:ext>
            </a:extLst>
          </p:cNvPr>
          <p:cNvCxnSpPr>
            <a:cxnSpLocks/>
          </p:cNvCxnSpPr>
          <p:nvPr/>
        </p:nvCxnSpPr>
        <p:spPr>
          <a:xfrm flipH="1">
            <a:off x="3035777" y="6333067"/>
            <a:ext cx="44572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4C98D81-D412-6DA3-E24D-8BD30CFF8884}"/>
              </a:ext>
            </a:extLst>
          </p:cNvPr>
          <p:cNvCxnSpPr>
            <a:cxnSpLocks/>
          </p:cNvCxnSpPr>
          <p:nvPr/>
        </p:nvCxnSpPr>
        <p:spPr>
          <a:xfrm>
            <a:off x="3035777" y="262467"/>
            <a:ext cx="0" cy="607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3172F30F-99F7-9111-0430-CD0A1B1080F7}"/>
              </a:ext>
            </a:extLst>
          </p:cNvPr>
          <p:cNvSpPr txBox="1"/>
          <p:nvPr/>
        </p:nvSpPr>
        <p:spPr>
          <a:xfrm>
            <a:off x="7866010" y="2454292"/>
            <a:ext cx="1007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Admin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FDA6827-73E3-6D92-BD81-D09ECE0AC27D}"/>
              </a:ext>
            </a:extLst>
          </p:cNvPr>
          <p:cNvSpPr txBox="1"/>
          <p:nvPr/>
        </p:nvSpPr>
        <p:spPr>
          <a:xfrm>
            <a:off x="2070100" y="1275704"/>
            <a:ext cx="1007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User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3F2E593-95FC-92F4-67C0-F5124F759954}"/>
              </a:ext>
            </a:extLst>
          </p:cNvPr>
          <p:cNvSpPr txBox="1"/>
          <p:nvPr/>
        </p:nvSpPr>
        <p:spPr>
          <a:xfrm>
            <a:off x="2020461" y="3760039"/>
            <a:ext cx="1292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Bussiness</a:t>
            </a:r>
            <a:r>
              <a:rPr lang="en-IN" dirty="0"/>
              <a:t> owner</a:t>
            </a:r>
          </a:p>
        </p:txBody>
      </p:sp>
    </p:spTree>
    <p:extLst>
      <p:ext uri="{BB962C8B-B14F-4D97-AF65-F5344CB8AC3E}">
        <p14:creationId xmlns:p14="http://schemas.microsoft.com/office/powerpoint/2010/main" val="2749881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MADHAVARAM SAHITHI</dc:creator>
  <cp:lastModifiedBy>MADHAVARAM SAHITHI</cp:lastModifiedBy>
  <cp:revision>1</cp:revision>
  <dcterms:created xsi:type="dcterms:W3CDTF">2026-04-28T13:06:51Z</dcterms:created>
  <dcterms:modified xsi:type="dcterms:W3CDTF">2026-04-28T13:06:52Z</dcterms:modified>
</cp:coreProperties>
</file>